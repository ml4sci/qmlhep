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previous checkpoint ended on an action item rather than a result. This run executes it and reports two outcomes that are not flattering to the closed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Stating the alternative first matters here, because the measured result turned out to favour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here is new physics; the contribution is a decision procedure and two executed boundary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metric is validation fidelity throughout — not reconstruction fidelity, and not test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matter more than usual here because the measured result is close to the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Reuse-only regeneration was demonstrated with no API key and no cost cap configured, and reproduced the tables byte for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non-monotone counts are the reason the interval was dropped from the reporting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the count faithfully matters more than explaining it; the mean shift is given so the reader can see the count is not a fidelity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limits are deliberately stated before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recommendation and the decision are recorded separately in the research log; nothing above is treated as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1371600" cy="41148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9509741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How much search budget a target fidelity actually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80360"/>
            <a:ext cx="90674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A9B7CE"/>
                </a:solidFill>
                <a:latin typeface="Arial"/>
              </a:rPr>
              <a:t>Answering last checkpoint's action item: two boundary runs, decided on validation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611880"/>
            <a:ext cx="9730898" cy="2075688"/>
          </a:xfrm>
          <a:prstGeom prst="roundRect">
            <a:avLst>
              <a:gd name="adj" fmla="val 5000"/>
            </a:avLst>
          </a:prstGeom>
          <a:solidFill>
            <a:srgbClr val="1E3157"/>
          </a:solidFill>
          <a:ln w="12700">
            <a:solidFill>
              <a:srgbClr val="436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721608"/>
            <a:ext cx="9328562" cy="1856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F4E6"/>
                </a:solidFill>
                <a:latin typeface="Arial"/>
              </a:rPr>
              <a:t>Background:  </a:t>
            </a:r>
            <a:r>
              <a:rPr sz="1300" b="0">
                <a:solidFill>
                  <a:srgbClr val="FFFFFF"/>
                </a:solidFill>
                <a:latin typeface="Arial"/>
              </a:rPr>
              <a:t>the previous checkpoint showed semantic proposals beat random and greedy search, but ranked methods at one fixed budget.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BF4E6"/>
                </a:solidFill>
                <a:latin typeface="Arial"/>
              </a:rPr>
              <a:t>Question:  </a:t>
            </a:r>
            <a:r>
              <a:rPr sz="1300" b="0">
                <a:solidFill>
                  <a:srgbClr val="FFFFFF"/>
                </a:solidFill>
                <a:latin typeface="Arial"/>
              </a:rPr>
              <a:t>what is the smallest candidate budget that reaches a target validation fidelity in 10 of 12 seeds?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BF4E6"/>
                </a:solidFill>
                <a:latin typeface="Arial"/>
              </a:rPr>
              <a:t>Method:  </a:t>
            </a:r>
            <a:r>
              <a:rPr sz="1300" b="0">
                <a:solidFill>
                  <a:srgbClr val="FFFFFF"/>
                </a:solidFill>
                <a:latin typeface="Arial"/>
              </a:rPr>
              <a:t>re-analysed 7 earlier conditions with no model calls, then ran 2 pre-registered boundary cells; judged on validation only.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BF4E6"/>
                </a:solidFill>
                <a:latin typeface="Arial"/>
              </a:rPr>
              <a:t>Result:  </a:t>
            </a:r>
            <a:r>
              <a:rPr sz="1300" b="0">
                <a:solidFill>
                  <a:srgbClr val="FFFFFF"/>
                </a:solidFill>
                <a:latin typeface="Arial"/>
              </a:rPr>
              <a:t>the open loop passes at budget 6 (12/12) where the closed loop fails (8/12); more budget did not rescue the XXZ cell (9/12 to 5/12).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BF4E6"/>
                </a:solidFill>
                <a:latin typeface="Arial"/>
              </a:rPr>
              <a:t>Not claimed:  </a:t>
            </a:r>
            <a:r>
              <a:rPr sz="1300" b="0">
                <a:solidFill>
                  <a:srgbClr val="FFFFFF"/>
                </a:solidFill>
                <a:latin typeface="Arial"/>
              </a:rPr>
              <a:t>no single minimum budget and no interval - the counts are not monotone; the test set was never evaluated.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97296"/>
            <a:ext cx="7740487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Tomoya Hatanaka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71616"/>
            <a:ext cx="774048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9B7CE"/>
                </a:solidFill>
                <a:latin typeface="Arial"/>
              </a:rPr>
              <a:t>Project: llm-vqc   ·   Previous checkpoint: one-factor robustness stress test   ·   New model calls: 138 · candidate circuits trained: 408   ·   Measured cost at list price: USD 0.29 (hard cap USD 2.00, authorised in advance)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7415" y="6071616"/>
            <a:ext cx="331735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A9B7CE"/>
                </a:solidFill>
                <a:latin typeface="Arial"/>
              </a:rPr>
              <a:t>llm-vqc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C2F39"/>
                </a:solidFill>
                <a:latin typeface="Arial"/>
              </a:rPr>
              <a:t>1 · WHY THIS, AND WHAT IS BEING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Arial"/>
              </a:rPr>
              <a:t>What budget a required accuracy needs, not who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26E85"/>
                </a:solidFill>
                <a:latin typeface="Arial"/>
              </a:rPr>
              <a:t>Every earlier comparison ranked methods at one fixed budget; that is not the operational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11057839" cy="1325880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45720" cy="1325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64208"/>
            <a:ext cx="10289743" cy="1325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0" i="0">
                <a:solidFill>
                  <a:srgbClr val="14213D"/>
                </a:solidFill>
                <a:latin typeface="Georgia"/>
              </a:rPr>
              <a:t>For a target validation trash fidelity, what is the smallest candidate budget that reaches it in at least 10 of the same 12 paired seeds?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27832"/>
            <a:ext cx="11057839" cy="2075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3D4A63"/>
                </a:solidFill>
                <a:latin typeface="Arial"/>
              </a:rPr>
              <a:t>•  Claim under test (EXPERIMENT_CHECK_REQUIRED before this run): a budget below 8 suffices on the Ising chain, and the XXZ cell that fell one seed short at budget 8 is rescued by more budget.</a:t>
            </a:r>
          </a:p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3D4A63"/>
                </a:solidFill>
                <a:latin typeface="Arial"/>
              </a:rPr>
              <a:t>•  Alternative that fits the same evidence (MODEL_INFERENCE): attainment counts near a threshold are dominated by run-to-run variation, so a budget change moves the count without moving the underlying fidelity distribution much.</a:t>
            </a:r>
          </a:p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3D4A63"/>
                </a:solidFill>
                <a:latin typeface="Arial"/>
              </a:rPr>
              <a:t>•  Both were separable in advance, because each budget is run as its own independent policy rather than as a prefix of a larger run.</a:t>
            </a:r>
          </a:p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3D4A63"/>
                </a:solidFill>
                <a:latin typeface="Arial"/>
              </a:rPr>
              <a:t>•  A result could exist under a false claim only if the counts were monotone in budget by construction. They are not: the runs are independent, so this was a genuine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340096"/>
            <a:ext cx="11057839" cy="53035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340096"/>
            <a:ext cx="45720" cy="5303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340096"/>
            <a:ext cx="10746943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Arial"/>
              </a:rPr>
              <a:t>The endpoint is a count of seeds over a fixed threshold, not a mean fidelity.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971032"/>
            <a:ext cx="45720" cy="3108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943600"/>
            <a:ext cx="1091153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2F39"/>
                </a:solidFill>
                <a:latin typeface="Arial"/>
              </a:rPr>
              <a:t>Next:  </a:t>
            </a:r>
            <a:r>
              <a:rPr sz="1400" b="0">
                <a:solidFill>
                  <a:srgbClr val="3D4A63"/>
                </a:solidFill>
                <a:latin typeface="Arial"/>
              </a:rPr>
              <a:t>What was already settled, and what this adds.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93991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091" y="6382512"/>
            <a:ext cx="1658675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C2F39"/>
                </a:solidFill>
                <a:latin typeface="Arial"/>
              </a:rPr>
              <a:t>2 · BACKGROUND: WHAT WAS ALREADY KNOWN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Arial"/>
              </a:rPr>
              <a:t>Settled: semantics helps. Open: how much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26E85"/>
                </a:solidFill>
                <a:latin typeface="Arial"/>
              </a:rPr>
              <a:t>Position relative to the immediately preceding checkpoint of this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2586151" cy="3733678"/>
          </a:xfrm>
          <a:prstGeom prst="roundRect">
            <a:avLst>
              <a:gd name="adj" fmla="val 5500"/>
            </a:avLst>
          </a:prstGeom>
          <a:solidFill>
            <a:srgbClr val="EBF3EE"/>
          </a:solidFill>
          <a:ln w="1270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4733"/>
            <a:ext cx="22569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45C42"/>
                </a:solidFill>
                <a:latin typeface="Arial"/>
              </a:rPr>
              <a:t>Settled (measured)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74519"/>
            <a:ext cx="2256967" cy="32246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Beat non-semantic search in all seven tested conditions.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Survives changes of budget, width, Hamiltonian and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664208"/>
            <a:ext cx="2586151" cy="3733678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12700">
            <a:solidFill>
              <a:srgbClr val="7A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1754733"/>
            <a:ext cx="2256967" cy="5481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4A5568"/>
                </a:solidFill>
                <a:latin typeface="Arial"/>
              </a:rPr>
              <a:t>Shown fragile (measured)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5415" y="2302865"/>
            <a:ext cx="2256967" cy="299626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The closed-loop bonus is not general; it moves with every factor tested.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Invalid proposals become random draws.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1664208"/>
            <a:ext cx="2586151" cy="3733678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1754733"/>
            <a:ext cx="2256967" cy="5481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The gap this run addresses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2302865"/>
            <a:ext cx="2256967" cy="299626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No budget between 4 and 8 had ever been run.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One cell sat one seed short and was never retried at a larger budget.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8615" y="1664208"/>
            <a:ext cx="2586151" cy="3733678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3207" y="1754733"/>
            <a:ext cx="22569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7A5A15"/>
                </a:solidFill>
                <a:latin typeface="Arial"/>
              </a:rPr>
              <a:t>Novelty: recombined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3207" y="2074519"/>
            <a:ext cx="2256967" cy="32246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Methods, prompts, trainer and seeds unchanged; only the budget moves.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Closest prior work: our own last checkpoint, reused as controls.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63062"/>
            <a:ext cx="45720" cy="3108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635630"/>
            <a:ext cx="1091153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2F39"/>
                </a:solidFill>
                <a:latin typeface="Arial"/>
              </a:rPr>
              <a:t>Next:  </a:t>
            </a:r>
            <a:r>
              <a:rPr sz="1400" b="0">
                <a:solidFill>
                  <a:srgbClr val="3D4A63"/>
                </a:solidFill>
                <a:latin typeface="Arial"/>
              </a:rPr>
              <a:t>Every term the rest of the deck uses.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93991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091" y="6382512"/>
            <a:ext cx="1658675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C2F39"/>
                </a:solidFill>
                <a:latin typeface="Arial"/>
              </a:rPr>
              <a:t>3 · WHAT THE TERMS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Arial"/>
              </a:rPr>
              <a:t>From a ground state to a single pass-or-fail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26E85"/>
                </a:solidFill>
                <a:latin typeface="Arial"/>
              </a:rPr>
              <a:t>Each arrow is a fixed rule, written down before the runs; nothing below was chosen after seeing a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11057839" cy="420624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9525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0783519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Arial"/>
              </a:rPr>
              <a:t>Budget B  </a:t>
            </a:r>
            <a:r>
              <a:rPr sz="1400" b="0">
                <a:solidFill>
                  <a:srgbClr val="3D4A63"/>
                </a:solidFill>
                <a:latin typeface="Arial"/>
              </a:rPr>
              <a:t>candidate circuits trained and evaluated per seed - not tokens, not model calls, not wall-clock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45612"/>
            <a:ext cx="1962851" cy="1843430"/>
          </a:xfrm>
          <a:prstGeom prst="roundRect">
            <a:avLst>
              <a:gd name="adj" fmla="val 5500"/>
            </a:avLst>
          </a:prstGeom>
          <a:solidFill>
            <a:srgbClr val="14233F"/>
          </a:solidFill>
          <a:ln w="12700">
            <a:solidFill>
              <a:srgbClr val="14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36138"/>
            <a:ext cx="16336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Input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55924"/>
            <a:ext cx="1633667" cy="13343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A9B7CE"/>
                </a:solidFill>
                <a:latin typeface="Arial"/>
              </a:rPr>
              <a:t>ground state of a 4-qubit chain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A9B7CE"/>
                </a:solidFill>
                <a:latin typeface="Arial"/>
              </a:rPr>
              <a:t>Ising or XXZ, parameter in [0.2, 2.0]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9779" y="2845612"/>
            <a:ext cx="274320" cy="184343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929BAC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0675" y="2845612"/>
            <a:ext cx="1962851" cy="1843430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5267" y="2936138"/>
            <a:ext cx="16336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Encoder circuit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3255924"/>
            <a:ext cx="1633667" cy="13343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16 gates: 12 rotations + 4 CNOTs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structure searched, angles trained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3526" y="2845612"/>
            <a:ext cx="274320" cy="184343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929BAC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4422" y="2845612"/>
            <a:ext cx="1962851" cy="1843430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9014" y="2936138"/>
            <a:ext cx="1633667" cy="5481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Validation fidelity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9014" y="3484270"/>
            <a:ext cx="1633667" cy="110601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F = P(trash qubits end in |00&gt;)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on 12 held-out validation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273" y="2845612"/>
            <a:ext cx="274320" cy="184343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929BAC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169" y="2845612"/>
            <a:ext cx="1962851" cy="1843430"/>
          </a:xfrm>
          <a:prstGeom prst="roundRect">
            <a:avLst>
              <a:gd name="adj" fmla="val 5500"/>
            </a:avLst>
          </a:prstGeom>
          <a:solidFill>
            <a:srgbClr val="EBF3EE"/>
          </a:solidFill>
          <a:ln w="1270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761" y="2936138"/>
            <a:ext cx="16336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45C42"/>
                </a:solidFill>
                <a:latin typeface="Arial"/>
              </a:rPr>
              <a:t>Best so far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761" y="3255924"/>
            <a:ext cx="1633667" cy="13343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highest F among the first k candidates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of a run configured at budget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1020" y="2845612"/>
            <a:ext cx="274320" cy="184343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929BAC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61916" y="2845612"/>
            <a:ext cx="1962851" cy="1843430"/>
          </a:xfrm>
          <a:prstGeom prst="roundRect">
            <a:avLst>
              <a:gd name="adj" fmla="val 5500"/>
            </a:avLst>
          </a:prstGeom>
          <a:solidFill>
            <a:srgbClr val="FAEEEC"/>
          </a:solidFill>
          <a:ln w="12700">
            <a:solidFill>
              <a:srgbClr val="9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6508" y="2936138"/>
            <a:ext cx="16336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86302B"/>
                </a:solidFill>
                <a:latin typeface="Arial"/>
              </a:rPr>
              <a:t>Pass or 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6508" y="3255924"/>
            <a:ext cx="1633667" cy="13343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count seeds with F &gt;= target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pass iff at least 10 of 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926787"/>
            <a:ext cx="11057839" cy="53035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926787"/>
            <a:ext cx="45720" cy="5303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926787"/>
            <a:ext cx="10746943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Arial"/>
              </a:rPr>
              <a:t>A mean above the target is not a pass, and equality with the target counts as a hit.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557723"/>
            <a:ext cx="45720" cy="3108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530291"/>
            <a:ext cx="1091153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2F39"/>
                </a:solidFill>
                <a:latin typeface="Arial"/>
              </a:rPr>
              <a:t>Next:  </a:t>
            </a:r>
            <a:r>
              <a:rPr sz="1400" b="0">
                <a:solidFill>
                  <a:srgbClr val="3D4A63"/>
                </a:solidFill>
                <a:latin typeface="Arial"/>
              </a:rPr>
              <a:t>The judging rules, and the one that was deliberately changed.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82512"/>
            <a:ext cx="93991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091" y="6382512"/>
            <a:ext cx="1658675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C2F39"/>
                </a:solidFill>
                <a:latin typeface="Arial"/>
              </a:rPr>
              <a:t>4 · METHOD: HOW THE EVIDENCE IS JUDGED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Arial"/>
              </a:rPr>
              <a:t>The judging rules were frozen before any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26E85"/>
                </a:solidFill>
                <a:latin typeface="Arial"/>
              </a:rPr>
              <a:t>Fixed in the repository before the first new candidate circuit was generated.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64208"/>
          <a:ext cx="7077017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8508"/>
                <a:gridCol w="3538509"/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213D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L="73152" marR="73152" marT="27432" marB="27432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213D"/>
                          </a:solidFill>
                          <a:latin typeface="Arial"/>
                        </a:rPr>
                        <a:t>Fixed as</a:t>
                      </a:r>
                    </a:p>
                  </a:txBody>
                  <a:tcPr marL="73152" marR="73152" marT="27432" marB="27432"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Validation trash fidelity; never test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Targets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0.95 and 0.99, both reported, neither revisable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Seeds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The same 12 paired seeds, 0-11, all reported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Pass rule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At least 10 of 12; equality counts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Admissible budgets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Even budgets 4, 6, 8, 10, 16 only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Budget split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Half exploration, half refinement, always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Inherited unchanged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Model, prompts, schema, repair policy, gates, trainer, splits, selection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3D4A63"/>
                          </a:solidFill>
                          <a:latin typeface="Arial"/>
                        </a:rPr>
                        <a:t>Refuses to call without an explicit cap; USD 2.00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3D4A63"/>
                          </a:solidFill>
                          <a:latin typeface="Arial"/>
                        </a:rPr>
                        <a:t>Reported as</a:t>
                      </a:r>
                    </a:p>
                  </a:txBody>
                  <a:tcPr marL="73152" marR="73152" marT="27432" marB="27432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3D4A63"/>
                          </a:solidFill>
                          <a:latin typeface="Arial"/>
                        </a:rPr>
                        <a:t>Verified pass / verified fail / unverified</a:t>
                      </a:r>
                    </a:p>
                  </a:txBody>
                  <a:tcPr marL="73152" marR="73152" marT="27432" marB="27432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2018995"/>
            <a:ext cx="7077017" cy="1097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413248"/>
            <a:ext cx="7077017" cy="47117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Does not show:  </a:t>
            </a:r>
            <a:r>
              <a:rPr sz="1150" b="0">
                <a:solidFill>
                  <a:srgbClr val="626E85"/>
                </a:solidFill>
                <a:latin typeface="Arial"/>
              </a:rPr>
              <a:t>The table does not show effect sizes or significance tests; the endpoint here is a count, and no paired statistic is claimed from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1689" y="1664208"/>
            <a:ext cx="3743078" cy="42428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400" b="1" i="0">
                <a:solidFill>
                  <a:srgbClr val="3D4A63"/>
                </a:solidFill>
                <a:latin typeface="Arial"/>
              </a:rPr>
              <a:t>•  One deliberate change from the action item: no interval for the minimum is reported.</a:t>
            </a:r>
          </a:p>
          <a:p>
            <a:pPr algn="l" marL="219456" indent="-219456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3D4A63"/>
                </a:solidFill>
                <a:latin typeface="Arial"/>
              </a:rPr>
              <a:t>•  An interval would assume attainment never disappears as the budget grows. That assumption is testable, and slide 7 shows it failing, so the three-way report replaces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971032"/>
            <a:ext cx="45720" cy="3108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943600"/>
            <a:ext cx="1091153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2F39"/>
                </a:solidFill>
                <a:latin typeface="Arial"/>
              </a:rPr>
              <a:t>Next:  </a:t>
            </a:r>
            <a:r>
              <a:rPr sz="1400" b="0">
                <a:solidFill>
                  <a:srgbClr val="3D4A63"/>
                </a:solidFill>
                <a:latin typeface="Arial"/>
              </a:rPr>
              <a:t>What was actually executed, and what was reused.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93991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091" y="6382512"/>
            <a:ext cx="1658675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C2F39"/>
                </a:solidFill>
                <a:latin typeface="Arial"/>
              </a:rPr>
              <a:t>5 · METHOD: WHAT WAS ACTUALLY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Arial"/>
              </a:rPr>
              <a:t>Two new runs, seven reused, no test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26E85"/>
                </a:solidFill>
                <a:latin typeface="Arial"/>
              </a:rPr>
              <a:t>Existing logs were re-analysed first; new calls were made only at the two unresolved boundaries.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2586151" cy="3411809"/>
          </a:xfrm>
          <a:prstGeom prst="roundRect">
            <a:avLst>
              <a:gd name="adj" fmla="val 5500"/>
            </a:avLst>
          </a:prstGeom>
          <a:solidFill>
            <a:srgbClr val="14233F"/>
          </a:solidFill>
          <a:ln w="12700">
            <a:solidFill>
              <a:srgbClr val="14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4733"/>
            <a:ext cx="2256967" cy="5481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</a:rPr>
              <a:t>Reused (no model calls)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02865"/>
            <a:ext cx="2256967" cy="26743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A9B7CE"/>
                </a:solidFill>
                <a:latin typeface="Arial"/>
              </a:rPr>
              <a:t>•  Seven earlier conditions, 2,880 candidate records.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A9B7CE"/>
                </a:solidFill>
                <a:latin typeface="Arial"/>
              </a:rPr>
              <a:t>•  Reproduces the earlier audit byte for byte (CONFIRMED).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664208"/>
            <a:ext cx="2586151" cy="3411809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1754733"/>
            <a:ext cx="22569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Run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5415" y="2074519"/>
            <a:ext cx="2256967" cy="290274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Ising chain at budget 6, all four methods, same seeds.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XXZ chain at budget 10, closed loop only, same seeds.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408 candidate circuits trained and evaluated.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1664208"/>
            <a:ext cx="2586151" cy="3411809"/>
          </a:xfrm>
          <a:prstGeom prst="roundRect">
            <a:avLst>
              <a:gd name="adj" fmla="val 5500"/>
            </a:avLst>
          </a:prstGeom>
          <a:solidFill>
            <a:srgbClr val="EBF3EE"/>
          </a:solidFill>
          <a:ln w="1270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1754733"/>
            <a:ext cx="22569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45C42"/>
                </a:solidFill>
                <a:latin typeface="Arial"/>
              </a:rPr>
              <a:t>Checks that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2074519"/>
            <a:ext cx="2256967" cy="290274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Seed completeness, candidate order, finite fidelity.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A machine check refuses any two-factor cell.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603 automated tests pass, 46 of them new.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8615" y="1664208"/>
            <a:ext cx="2586151" cy="3411809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3207" y="1754733"/>
            <a:ext cx="22569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7A5A15"/>
                </a:solidFill>
                <a:latin typeface="Arial"/>
              </a:rPr>
              <a:t>Not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3207" y="2074519"/>
            <a:ext cx="2256967" cy="290274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No confirmatory evaluation on any held-out set exists, by design.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One run was interrupted; the resume paid nothing for stored seeds.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341193"/>
            <a:ext cx="45720" cy="3108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313761"/>
            <a:ext cx="1091153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2F39"/>
                </a:solidFill>
                <a:latin typeface="Arial"/>
              </a:rPr>
              <a:t>Next:  </a:t>
            </a:r>
            <a:r>
              <a:rPr sz="1400" b="0">
                <a:solidFill>
                  <a:srgbClr val="3D4A63"/>
                </a:solidFill>
                <a:latin typeface="Arial"/>
              </a:rPr>
              <a:t>The main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089904"/>
            <a:ext cx="110578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929BAC"/>
                </a:solidFill>
                <a:latin typeface="Arial"/>
              </a:rPr>
              <a:t>Runner, analysis, figures, report and this deck are generated by checked-in scripts; the reproduction commands are in the report.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93991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091" y="6382512"/>
            <a:ext cx="1658675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C2F39"/>
                </a:solidFill>
                <a:latin typeface="Arial"/>
              </a:rPr>
              <a:t>6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Arial"/>
              </a:rPr>
              <a:t>Open clears the bar at a budget closed cannot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26E85"/>
                </a:solidFill>
                <a:latin typeface="Arial"/>
              </a:rPr>
              <a:t>Ising chain, target 0.95, four independently executed budgets, the same 12 paired seeds.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dder_tf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20" y="1664208"/>
            <a:ext cx="7055588" cy="29347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653787"/>
            <a:ext cx="7298173" cy="47117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1">
                <a:solidFill>
                  <a:srgbClr val="626E85"/>
                </a:solidFill>
                <a:latin typeface="Arial"/>
              </a:rPr>
              <a:t>x: budget B. y: seeds (of 12) reaching validation fidelity 0.95. Dashed: the 10-of-12 rule. Thick outline: measured here; grey band: not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24957"/>
            <a:ext cx="7298173" cy="47117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Does not show:  </a:t>
            </a:r>
            <a:r>
              <a:rPr sz="1150" b="0">
                <a:solidFill>
                  <a:srgbClr val="626E85"/>
                </a:solidFill>
                <a:latin typeface="Arial"/>
              </a:rPr>
              <a:t>A count, not an average, so no error bars. Nothing about budgets 12 or 14, other widths, or the test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2845" y="1664208"/>
            <a:ext cx="3521921" cy="2162511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7437" y="1754733"/>
            <a:ext cx="319273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7437" y="2074519"/>
            <a:ext cx="3192737" cy="165344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Open 12/12 passes, closed 8/12 fails.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Random 0/12, greedy 2/12, same seeds.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845" y="3954735"/>
            <a:ext cx="3521921" cy="1586528"/>
          </a:xfrm>
          <a:prstGeom prst="roundRect">
            <a:avLst>
              <a:gd name="adj" fmla="val 5500"/>
            </a:avLst>
          </a:prstGeom>
          <a:solidFill>
            <a:srgbClr val="FAEEEC"/>
          </a:solidFill>
          <a:ln w="12700">
            <a:solidFill>
              <a:srgbClr val="9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7437" y="4045261"/>
            <a:ext cx="319273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86302B"/>
                </a:solidFill>
                <a:latin typeface="Arial"/>
              </a:rPr>
              <a:t>Counts are not monotone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437" y="4365047"/>
            <a:ext cx="3192737" cy="107746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Open at B=4,6,8,16: 0, 12, 10, 12.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Closed: 8, 8, 12, 11.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605272"/>
            <a:ext cx="45720" cy="3108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577840"/>
            <a:ext cx="1091153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2F39"/>
                </a:solidFill>
                <a:latin typeface="Arial"/>
              </a:rPr>
              <a:t>Next:  </a:t>
            </a:r>
            <a:r>
              <a:rPr sz="1400" b="0">
                <a:solidFill>
                  <a:srgbClr val="3D4A63"/>
                </a:solidFill>
                <a:latin typeface="Arial"/>
              </a:rPr>
              <a:t>What this does and does not mean.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089904"/>
            <a:ext cx="110578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929BAC"/>
                </a:solidFill>
                <a:latin typeface="Arial"/>
              </a:rPr>
              <a:t>Generated from the committed validation-only result tables by the checked-in figure script.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93991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091" y="6382512"/>
            <a:ext cx="1658675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C2F39"/>
                </a:solidFill>
                <a:latin typeface="Arial"/>
              </a:rPr>
              <a:t>7 · WHAT THE RESULT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Arial"/>
              </a:rPr>
              <a:t>The XXZ count halved while the fidelities barely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26E85"/>
                </a:solidFill>
                <a:latin typeface="Arial"/>
              </a:rPr>
              <a:t>Closed loop at the XXZ anchor, budget 8 against budget 10, per seed, same 12 paired seeds.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rgin_xx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46" y="1664208"/>
            <a:ext cx="5635136" cy="26969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416044"/>
            <a:ext cx="7298173" cy="47117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1">
                <a:solidFill>
                  <a:srgbClr val="626E85"/>
                </a:solidFill>
                <a:latin typeface="Arial"/>
              </a:rPr>
              <a:t>x: seed. y: that seed's final best validation fidelity - pale for budget 8, solid for the budget 10 measured here. Dashed line: the 0.95 target. Single values, not averages.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87214"/>
            <a:ext cx="7298173" cy="47117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C2F39"/>
                </a:solidFill>
                <a:latin typeface="Arial"/>
              </a:rPr>
              <a:t>Does not show:  </a:t>
            </a:r>
            <a:r>
              <a:rPr sz="1150" b="0">
                <a:solidFill>
                  <a:srgbClr val="626E85"/>
                </a:solidFill>
                <a:latin typeface="Arial"/>
              </a:rPr>
              <a:t>Not the path within a run, the rejected candidates, or whether a third run lands the same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2845" y="1664208"/>
            <a:ext cx="3521921" cy="1630404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7437" y="1754733"/>
            <a:ext cx="319273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Observed (measured)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7437" y="2074519"/>
            <a:ext cx="3192737" cy="112133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Seeds at target: 9 to 5 of 12.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Mean moved only -0.0076; 17 of 24 within 0.01.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2845" y="3422628"/>
            <a:ext cx="3521921" cy="1880891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7437" y="3513154"/>
            <a:ext cx="319273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7A5A15"/>
                </a:solidFill>
                <a:latin typeface="Arial"/>
              </a:rPr>
              <a:t>Interpretation (inferred)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437" y="3832940"/>
            <a:ext cx="3192737" cy="13718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A threshold inside the distribution makes the count knife-edge.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Only the budget varied: no cause isolated.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340096"/>
            <a:ext cx="11057839" cy="53035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340096"/>
            <a:ext cx="45720" cy="5303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340096"/>
            <a:ext cx="10746943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Arial"/>
              </a:rPr>
              <a:t>Supports: the budget boundary is real and the count is threshold-sensitive. Does not support: any causal story about feedback.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971032"/>
            <a:ext cx="45720" cy="3108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943600"/>
            <a:ext cx="1091153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2F39"/>
                </a:solidFill>
                <a:latin typeface="Arial"/>
              </a:rPr>
              <a:t>Next:  </a:t>
            </a:r>
            <a:r>
              <a:rPr sz="1400" b="0">
                <a:solidFill>
                  <a:srgbClr val="3D4A63"/>
                </a:solidFill>
                <a:latin typeface="Arial"/>
              </a:rPr>
              <a:t>What would have to be true for this to be wrong.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93991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091" y="6382512"/>
            <a:ext cx="1658675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C2F39"/>
                </a:solidFill>
                <a:latin typeface="Arial"/>
              </a:rPr>
              <a:t>8 · LIMITS AND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Arial"/>
              </a:rPr>
              <a:t>What bounds this, and what stays unresolved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26E85"/>
                </a:solidFill>
                <a:latin typeface="Arial"/>
              </a:rPr>
              <a:t>Stated before any of it is used to argue for a next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2586151" cy="3266968"/>
          </a:xfrm>
          <a:prstGeom prst="roundRect">
            <a:avLst>
              <a:gd name="adj" fmla="val 5500"/>
            </a:avLst>
          </a:prstGeom>
          <a:solidFill>
            <a:srgbClr val="FAEEEC"/>
          </a:solidFill>
          <a:ln w="12700">
            <a:solidFill>
              <a:srgbClr val="9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4733"/>
            <a:ext cx="2256967" cy="5481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86302B"/>
                </a:solidFill>
                <a:latin typeface="Arial"/>
              </a:rPr>
              <a:t>What would overturn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02865"/>
            <a:ext cx="2256967" cy="252955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A repeat landing the other side of the line - margins are thousandths.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A different target, which would reshuffle every 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664208"/>
            <a:ext cx="2586151" cy="3266968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1754733"/>
            <a:ext cx="22569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7A5A15"/>
                </a:solidFill>
                <a:latin typeface="Arial"/>
              </a:rPr>
              <a:t>Validity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5415" y="2074519"/>
            <a:ext cx="2256967" cy="27579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4 qubits, noiseless, one capacity rule, one model, one XXZ anchor.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One open-loop pool shared across the 12 seeds, not 12 generations.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4719" y="1664208"/>
            <a:ext cx="2586151" cy="3266968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12700">
            <a:solidFill>
              <a:srgbClr val="7A8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1754733"/>
            <a:ext cx="22569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4A5568"/>
                </a:solidFill>
                <a:latin typeface="Arial"/>
              </a:rPr>
              <a:t>Negative results kept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9311" y="2074519"/>
            <a:ext cx="2256967" cy="27579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The closed loop fails the rule at budget 6.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The XXZ boundary probe did not rescue the cell.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Target 0.99: 0 of 12 everywhere, unresolved.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8615" y="1664208"/>
            <a:ext cx="2586151" cy="3266968"/>
          </a:xfrm>
          <a:prstGeom prst="roundRect">
            <a:avLst>
              <a:gd name="adj" fmla="val 5500"/>
            </a:avLst>
          </a:prstGeom>
          <a:solidFill>
            <a:srgbClr val="FBF4E6"/>
          </a:solidFill>
          <a:ln w="12700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3207" y="1754733"/>
            <a:ext cx="2256967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7A5A15"/>
                </a:solidFill>
                <a:latin typeface="Arial"/>
              </a:rPr>
              <a:t>Left open on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3207" y="2074519"/>
            <a:ext cx="2256967" cy="27579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6 and 8 qubits and the other model: every method sits at 0-3 of 12.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A blind sweep cannot separate the causes.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Random fallbacks stay in the score: 12 of 408 evaluated candidates.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168920"/>
            <a:ext cx="11057839" cy="457200"/>
          </a:xfrm>
          <a:prstGeom prst="roundRect">
            <a:avLst>
              <a:gd name="adj" fmla="val 10000"/>
            </a:avLst>
          </a:prstGeom>
          <a:solidFill>
            <a:srgbClr val="FBF4E6"/>
          </a:solidFill>
          <a:ln w="9525">
            <a:solidFill>
              <a:srgbClr val="967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168920"/>
            <a:ext cx="1078351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A5A15"/>
                </a:solidFill>
                <a:latin typeface="Arial"/>
              </a:rPr>
              <a:t>Open question:  </a:t>
            </a:r>
            <a:r>
              <a:rPr sz="1400" b="0">
                <a:solidFill>
                  <a:srgbClr val="3D4A63"/>
                </a:solidFill>
                <a:latin typeface="Arial"/>
              </a:rPr>
              <a:t>Attainment counts are not monotone in budget, so no statement of the form 'the minimum lies between X and Y' is supported by these runs.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726704"/>
            <a:ext cx="45720" cy="31089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699272"/>
            <a:ext cx="1091153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2F39"/>
                </a:solidFill>
                <a:latin typeface="Arial"/>
              </a:rPr>
              <a:t>Next:  </a:t>
            </a:r>
            <a:r>
              <a:rPr sz="1400" b="0">
                <a:solidFill>
                  <a:srgbClr val="3D4A63"/>
                </a:solidFill>
                <a:latin typeface="Arial"/>
              </a:rPr>
              <a:t>What needs deciding.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82512"/>
            <a:ext cx="93991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091" y="6382512"/>
            <a:ext cx="1658675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8C2F39"/>
                </a:solidFill>
                <a:latin typeface="Arial"/>
              </a:rPr>
              <a:t>9 · DECISIONS AND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Arial"/>
              </a:rPr>
              <a:t>Sharpen the boundary, or diagnose the 0.99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105783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26E85"/>
                </a:solidFill>
                <a:latin typeface="Arial"/>
              </a:rPr>
              <a:t>Both new cells are complete; the next move needs a decision, not more of the same.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99616"/>
            <a:ext cx="11057839" cy="10972"/>
          </a:xfrm>
          <a:prstGeom prst="rect">
            <a:avLst/>
          </a:prstGeom>
          <a:solidFill>
            <a:srgbClr val="C7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3527450" cy="4233722"/>
          </a:xfrm>
          <a:prstGeom prst="roundRect">
            <a:avLst>
              <a:gd name="adj" fmla="val 5500"/>
            </a:avLst>
          </a:prstGeom>
          <a:solidFill>
            <a:srgbClr val="EBF3EE"/>
          </a:solidFill>
          <a:ln w="1270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4733"/>
            <a:ext cx="3198266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45C42"/>
                </a:solidFill>
                <a:latin typeface="Arial"/>
              </a:rPr>
              <a:t>What the evidence supports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74519"/>
            <a:ext cx="3198266" cy="3724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3D4A63"/>
                </a:solidFill>
                <a:latin typeface="Arial"/>
              </a:rPr>
              <a:t>•  Ising chain, target 0.95: smallest verified passing budget is 6 for the open loop, 8 for the closed loop; budget 4 fails for both.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XXZ chain, closed loop: no verified passing budget; 8 and 10 are both verified failures (measured).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Target 0.99 unresolved everywhere, both new cells included (null result).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New work: 138 model calls, USD 0.29 at list prices, under a USD 2.00 cap.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2122" y="1664208"/>
            <a:ext cx="3527450" cy="4233722"/>
          </a:xfrm>
          <a:prstGeom prst="roundRect">
            <a:avLst>
              <a:gd name="adj" fmla="val 5500"/>
            </a:avLst>
          </a:prstGeom>
          <a:solidFill>
            <a:srgbClr val="FAEEEC"/>
          </a:solidFill>
          <a:ln w="12700">
            <a:solidFill>
              <a:srgbClr val="9B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6714" y="1754733"/>
            <a:ext cx="3198266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86302B"/>
                </a:solidFill>
                <a:latin typeface="Arial"/>
              </a:rPr>
              <a:t>Decisions needed from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6714" y="2074519"/>
            <a:ext cx="3198266" cy="3724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3D4A63"/>
                </a:solidFill>
                <a:latin typeface="Arial"/>
              </a:rPr>
              <a:t>•  D1  Sharpen the budget boundary?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626E85"/>
                </a:solidFill>
                <a:latin typeface="Arial"/>
              </a:rPr>
              <a:t>–  (a) repeat both cells with fresh generation seeds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626E85"/>
                </a:solidFill>
                <a:latin typeface="Arial"/>
              </a:rPr>
              <a:t>–  (b) accept budget 6 open-loop as the answer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626E85"/>
                </a:solidFill>
                <a:latin typeface="Arial"/>
              </a:rPr>
              <a:t>–  Recommend (a), Ising only; moderate.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3D4A63"/>
                </a:solidFill>
                <a:latin typeface="Arial"/>
              </a:rPr>
              <a:t>•  D2  What to do about 0.99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626E85"/>
                </a:solidFill>
                <a:latin typeface="Arial"/>
              </a:rPr>
              <a:t>–  (a) diagnose capacity and training length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626E85"/>
                </a:solidFill>
                <a:latin typeface="Arial"/>
              </a:rPr>
              <a:t>–  (b) record 0.99 as out of scope</a:t>
            </a:r>
          </a:p>
          <a:p>
            <a:pPr algn="l" marL="420623" indent="-219456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626E85"/>
                </a:solidFill>
                <a:latin typeface="Arial"/>
              </a:rPr>
              <a:t>–  Recommend (a); a sweep cannot separate the causes.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3D4A63"/>
                </a:solidFill>
                <a:latin typeface="Arial"/>
              </a:rPr>
              <a:t>•  D3  Read held-out data yet? Recommend not yet; high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64208"/>
            <a:ext cx="3527450" cy="4233722"/>
          </a:xfrm>
          <a:prstGeom prst="roundRect">
            <a:avLst>
              <a:gd name="adj" fmla="val 5500"/>
            </a:avLst>
          </a:prstGeom>
          <a:solidFill>
            <a:srgbClr val="EDF3F9"/>
          </a:solidFill>
          <a:ln w="12700">
            <a:solidFill>
              <a:srgbClr val="2C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1908" y="1754733"/>
            <a:ext cx="3198266" cy="31978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F4E79"/>
                </a:solidFill>
                <a:latin typeface="Arial"/>
              </a:rPr>
              <a:t>Proposed next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1908" y="2074519"/>
            <a:ext cx="3198266" cy="3724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3D4A63"/>
                </a:solidFill>
                <a:latin typeface="Arial"/>
              </a:rPr>
              <a:t>•  On D1(a): repeat the Ising budget-6 cell with fresh generation seeds.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On D2(a): write the capacity-versus-search protocol and its cap, then stop.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Either yes commits to a new protocol and cap before anything runs.</a:t>
            </a:r>
          </a:p>
          <a:p>
            <a:pPr algn="l" marL="219456" indent="-219456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3D4A63"/>
                </a:solidFill>
                <a:latin typeface="Arial"/>
              </a:rPr>
              <a:t>•  Already committed: report, hashed logs, reproduction commands.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089904"/>
            <a:ext cx="1105783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929BAC"/>
                </a:solidFill>
                <a:latin typeface="Arial"/>
              </a:rPr>
              <a:t>Recommendation and decision are recorded separately in the research log; nothing above is approved.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82512"/>
            <a:ext cx="9399163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llm-vqc   ·   Checkpoint: minimum budget to a target validation fidelity   ·   2026-09-08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091" y="6382512"/>
            <a:ext cx="1658675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929BAC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